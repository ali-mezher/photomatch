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 Mezher" userId="bd13ecfd-e0b8-4f5c-93ad-9686d9c076ab" providerId="ADAL" clId="{CA929323-C1C4-4549-84DD-2F61F267F6F8}"/>
    <pc:docChg chg="modSld">
      <pc:chgData name="Ali S Mezher" userId="bd13ecfd-e0b8-4f5c-93ad-9686d9c076ab" providerId="ADAL" clId="{CA929323-C1C4-4549-84DD-2F61F267F6F8}" dt="2026-07-12T13:58:23.488" v="38" actId="20577"/>
      <pc:docMkLst>
        <pc:docMk/>
      </pc:docMkLst>
      <pc:sldChg chg="modSp mod">
        <pc:chgData name="Ali S Mezher" userId="bd13ecfd-e0b8-4f5c-93ad-9686d9c076ab" providerId="ADAL" clId="{CA929323-C1C4-4549-84DD-2F61F267F6F8}" dt="2026-07-12T13:58:23.488" v="38" actId="20577"/>
        <pc:sldMkLst>
          <pc:docMk/>
          <pc:sldMk cId="0" sldId="257"/>
        </pc:sldMkLst>
        <pc:spChg chg="mod">
          <ac:chgData name="Ali S Mezher" userId="bd13ecfd-e0b8-4f5c-93ad-9686d9c076ab" providerId="ADAL" clId="{CA929323-C1C4-4549-84DD-2F61F267F6F8}" dt="2026-07-12T13:58:23.488" v="38" actId="20577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93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622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4572000"/>
            <a:ext cx="2743200" cy="2743200"/>
          </a:xfrm>
          <a:prstGeom prst="ellipse">
            <a:avLst/>
          </a:prstGeom>
          <a:solidFill>
            <a:srgbClr val="2622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640080"/>
            <a:ext cx="777240" cy="77724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7411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CPEG 418 · COMPUTER VISION PROJECT PROPOSAL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PhotoMatch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Face Recognition for Instant Event Photo Retrieval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6928" y="4526280"/>
            <a:ext cx="11887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Department of Computer Engineering, American University of Kuwait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 &amp;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photography business outgrowing manual delivery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03720" cy="425196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63093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
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Camera, a freelance photography business shooting weddings, corporate events, school graduations, and university graduations (even </a:t>
            </a:r>
            <a:r>
              <a:rPr lang="en-US" sz="135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university) </a:t>
            </a:r>
            <a:r>
              <a:rPr lang="en-US" sz="13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thousands of photos per event.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today
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event is shot and edited, all photos are dumped into a shared folder. Students and guests then scroll through the entire set by eye to find themselves.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783080"/>
            <a:ext cx="3931920" cy="12984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09560" y="190195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909560" y="2560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per graduation event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3264408"/>
            <a:ext cx="3931920" cy="12984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3383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5–6 hrs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909560" y="4041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student searching manually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4745736"/>
            <a:ext cx="3931920" cy="12984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09560" y="48646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season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909560" y="552297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need photos at once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photo retrieval is the bottleneck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is no longer the slowest step in the business finding the right photos for the right person is. Every event ends with hours of unpaid, error-prone manual sorting that delays delivery and caps how many events the business can serve.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611880" cy="3063240"/>
          </a:xfrm>
          <a:prstGeom prst="rect">
            <a:avLst/>
          </a:prstGeom>
          <a:solidFill>
            <a:srgbClr val="F6F5F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3108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3198114"/>
            <a:ext cx="507492" cy="5074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3108960"/>
            <a:ext cx="685800" cy="685800"/>
          </a:xfrm>
          <a:prstGeom prst="ellipse">
            <a:avLst/>
          </a:prstGeom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370832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hours of manual searching per student across 10,000+ unsorted photos.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2788920"/>
            <a:ext cx="3611880" cy="3063240"/>
          </a:xfrm>
          <a:prstGeom prst="rect">
            <a:avLst/>
          </a:prstGeom>
          <a:solidFill>
            <a:srgbClr val="F6F5F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3108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34" y="3198114"/>
            <a:ext cx="507492" cy="5074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0" y="3108960"/>
            <a:ext cx="685800" cy="685800"/>
          </a:xfrm>
          <a:prstGeom prst="ellipse">
            <a:avLst/>
          </a:prstGeom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70916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Error-prone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09160" y="4370832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 photos or hand a student the wrong set entirely.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321040" y="2788920"/>
            <a:ext cx="3611880" cy="3063240"/>
          </a:xfrm>
          <a:prstGeom prst="rect">
            <a:avLst/>
          </a:prstGeom>
          <a:solidFill>
            <a:srgbClr val="F6F5F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41080" y="3108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0234" y="3198114"/>
            <a:ext cx="507492" cy="5074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641080" y="3108960"/>
            <a:ext cx="685800" cy="685800"/>
          </a:xfrm>
          <a:prstGeom prst="ellipse">
            <a:avLst/>
          </a:prstGeom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59536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Unscalable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595360" y="4370832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grows worse as event count and photo volume increase.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needs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retrieval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34440" y="21305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student find their own photos in seconds by uploading a single selfie.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80" y="18484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local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858000" y="21305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entirely on the business's own hardware — no cloud upload, strong privacy story.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3421228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10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by event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34440" y="37033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photo with an event ID so searches stay fast and accurate.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355848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80" y="3421228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310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real conditions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858000" y="37033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reliably across angles, lighting, group shots, and partial occlusion (caps/gowns).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993996"/>
            <a:ext cx="372161" cy="3721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8828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false negatives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234440" y="527608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“possible matches” separately so a real photo is never silently missed.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4928616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80" y="4993996"/>
            <a:ext cx="372161" cy="3721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48828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with the business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6858000" y="527608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index to scale from 10,000 to 100,000+ photos across events.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SCOPE OF 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draws its boundaries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06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recognition pipeline on local hardware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Event-scoped photo indexing (per event_id)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Selfie-based student search &amp; retrieval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 to index only fully-edited events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Confidence-tiered results (confident vs. possible matches)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evaluation: precision/recall, FAR/FRR, query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420624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(v1)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or remote/multi-branch access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&amp; watermark release automation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/ desktop/local kiosk workflow only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liveness/anti-spoofing hardening (basic check only)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identity tagging without any student selfie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LITERATURE REVIEW &amp;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established CV building blocks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32688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4206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cascades / MTCNN / RetinaFace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43800" y="1828800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faces within a full event photo before recognition.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11064240" cy="932688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889504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embeddings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2889504"/>
            <a:ext cx="4206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/ ArcFace-style embedding models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43800" y="2889504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each detected face to a compact vector for comparison.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50208"/>
            <a:ext cx="11064240" cy="932688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950208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search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00400" y="3950208"/>
            <a:ext cx="4206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similarity, nearest-neighbor indexing (e.g., FAISS)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43800" y="395020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 student's selfie embedding to stored event photo embeddings.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11064240" cy="932688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010912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CV toolkit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00400" y="5010912"/>
            <a:ext cx="4206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(transforms, morphology, segmentation)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43800" y="5010912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normalization, denoising, and image cleanup pre-detection.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event folder to student selfie match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11580" y="2606040"/>
            <a:ext cx="640080" cy="64008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imag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90" y="26892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338328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3767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confirms event is done; photos are pulled in with an event_id tag.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61488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24428" y="26060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finger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638" y="268925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338328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Embed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71216" y="3767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every face per photo; generate an embedding for each.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81728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974336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637276" y="2606040"/>
            <a:ext cx="640080" cy="64008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486" y="268925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47488" y="338328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084064" y="3767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embeddings in a per-event, searchable local index.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894576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187184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850124" y="26060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3334" y="268925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0336" y="338328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296912" y="3767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a selfie; embedding compared within that event only.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107424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400032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0062972" y="2606040"/>
            <a:ext cx="640080" cy="64008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6182" y="2689250"/>
            <a:ext cx="473659" cy="47365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73184" y="338328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509760" y="3767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and possible matches returned as separate result tiers.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Manual/hybrid trigger keeps unfinished or soon-to-be-replaced photos out of the index.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behind PhotoMatch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7" y="190606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42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OpenCV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99923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image I/O, preprocessing, and pipeline glue — built on CPEG 418 lab work.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82880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379" y="1906067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25112" y="2542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 / embedding model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25112" y="299923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local model (e.g., MTCNN + FaceNet/ArcFace-style embeddings).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01584" y="182880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51" y="1906067"/>
            <a:ext cx="439826" cy="439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01584" y="2542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vector index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01584" y="299923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or equivalent for fast per-event nearest-neighbor similarity search.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07" y="4054907"/>
            <a:ext cx="439826" cy="4398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46908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storage only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514807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photos, embeddings, and search run on-premise no external upload.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25112" y="397764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im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2379" y="4054907"/>
            <a:ext cx="439826" cy="4398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25112" y="46908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25112" y="514807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detections, matches, and evaluation results for the report.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01584" y="397764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851" y="4054907"/>
            <a:ext cx="439826" cy="43982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01584" y="46908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local UI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01584" y="514807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desktop/kiosk interface for selfie upload and results review.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event photos, not clean benchmarks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20624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62636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
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from the business's own weddings, events, and school/university graduations the same set staff currently sort by hand.
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 data matters
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benchmark datasets don't capture this business's real challenges: varied angles, mixed lighting, group shots, motion blur, and caps/gowns partially covering faces. Testing on an early real sample keeps the design honest.
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
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contain biometric data of real people, often minors handled under the consent and privacy plan on the following slides.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4069080" cy="4206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1812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18120" y="2697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per graduation event today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18120" y="3383280"/>
            <a:ext cx="3291840" cy="0"/>
          </a:xfrm>
          <a:prstGeom prst="line">
            <a:avLst/>
          </a:prstGeom>
          <a:noFill/>
          <a:ln w="12700">
            <a:solidFill>
              <a:srgbClr val="4039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18120" y="3566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50,000–100,000+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1812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scale as the business and event count grow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4800600"/>
            <a:ext cx="3291840" cy="0"/>
          </a:xfrm>
          <a:prstGeom prst="line">
            <a:avLst/>
          </a:prstGeom>
          <a:noFill/>
          <a:ln w="12700">
            <a:solidFill>
              <a:srgbClr val="4039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18120" y="4983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event types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8120" y="5394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 · corporate events · school &amp; university graduations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PREPROCESSING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images before detection runs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170432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47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&amp; geometry correction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color balance and correct geometric distortion across mixed-lighting event shots.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257800" cy="1170432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78040" y="1847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Intensity transformation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17627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brightness/contrast so faces are detectable in both bright outdoor and dim indoor shots.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257800" cy="1170432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12724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145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Convolution-based filtering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and sharpen images affected by motion blur or low light before face detection.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172200" y="3035808"/>
            <a:ext cx="5257800" cy="1170432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12724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3145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Morphological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4747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detection masks remove noise, fill small gaps around detected face regions.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5257800" cy="1170432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42569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4439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7731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face regions from cluttered group-photo backgrounds prior to embedding extraction.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MODEL / ALGORITHM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Detection, embedding, and matching logic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ingerpr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1287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127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every face in a photo, including partially obscured faces in group / cap-and-gown shots.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48640" cy="54864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035" y="21287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model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3127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detected face into a fixed-length vector capturing identity, robust to angle/lighting.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48640" cy="54864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507" y="212872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Multi-face handling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30184" y="3127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face in a group photo gets its own embedding; the photo matches if any face matches.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" y="446044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Threshold-tuned matching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45896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vs. selfie embedding, with confident and possible-match tiers.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25112" y="416052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53712" y="438912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5035" y="446044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Auto-clustering (stretch)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545896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faces per event into identity clusters staff can quickly label.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EVALUATION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system works not just demoing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86384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01899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/ Recall @ top-k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57800" y="1828800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the top retrieved photos are correct, and how many correct photos are found.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64240" cy="786384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2862072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933395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43200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Acceptance Rate (FAR)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57800" y="2743200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system wrongly matches a photo to the wrong person.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11064240" cy="786384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776472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3847795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57600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Rejection Rate (FRR)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57800" y="3657600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system misses a photo that actually belongs to the student.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11064240" cy="786384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690872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4762195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572000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query time per selfie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257800" y="4572000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from selfie upload to returned results.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64240" cy="786384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5676595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486400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saved vs. baseline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57800" y="5486400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current 5–6 hour manual search per student.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20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213466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Minutes-to-seconds retrieval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 search drops from a 5–6 hour manual task to a seconds-long selfie search.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57800" cy="1920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87" y="213466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deployment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3154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pipeline with a defined consent and data-retention policy for biometric data.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257800" cy="192024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27" y="428350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accuracy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precision/recall, FAR, and FRR on the business's real event photos.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257800" cy="192024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787" y="428350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staff will actually use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enough for non-technical workers to trigger indexing and review matches.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TIMELINE / PROJECT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4-week summer course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2240280"/>
            <a:ext cx="0" cy="3749040"/>
          </a:xfrm>
          <a:prstGeom prst="line">
            <a:avLst/>
          </a:prstGeom>
          <a:noFill/>
          <a:ln w="254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221992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2011680"/>
            <a:ext cx="9829800" cy="91440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54480" y="20116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 —  Complete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24612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proposal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55080" y="20116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scope with client and gathered an initial sample of event photos.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25880" y="3063240"/>
            <a:ext cx="98298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54480" y="3063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246120" y="3063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preprocessing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30632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face detection pipeline, preprocessing steps, and embedding extraction.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325880" y="4114800"/>
            <a:ext cx="98298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554480" y="4114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246120" y="4114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matching &amp; interface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41148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per-event similarity index, selfie matching logic, and a simple review UI.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325880" y="5166360"/>
            <a:ext cx="98298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554480" y="51663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246120" y="5166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report &amp; presentation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55080" y="51663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precision/recall, FAR/FRR, and query-time benchmarks; finalize report and present.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cost built on existing infrastructure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82880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23413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dedicated budget required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60604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runs entirely on the shop's and workers' existing computers. Software components (OpenCV, pretrained detection/embedding models, vector search library) are open-source with no licensing cost.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29000" y="3977640"/>
            <a:ext cx="8183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shop / workstation computers no new purchase planned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544568"/>
            <a:ext cx="1106424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models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29000" y="4663440"/>
            <a:ext cx="8183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(OpenCV, detection/embedding models, local vector index)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230368"/>
            <a:ext cx="1106424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5349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future spend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5349240"/>
            <a:ext cx="8183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storage or a dedicated indexing machine if volume grows well past 100,000 photos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916168"/>
            <a:ext cx="1106424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TEAM MEMBERS &amp;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building PhotoMatch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1488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2002536"/>
            <a:ext cx="493776" cy="493776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ingerpr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75" y="2066727"/>
            <a:ext cx="365394" cy="3653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62432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Mahmood Tendail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" y="295351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66597  ·  Project Lead &amp; Face Detection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" y="3447288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detection/embedding pipeline; coordinates integration.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66160" cy="21488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35424" y="2002536"/>
            <a:ext cx="493776" cy="493776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615" y="2066727"/>
            <a:ext cx="365394" cy="3653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262432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 Mezher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35424" y="295351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61392  ·  Preprocessing Engineer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35424" y="3447288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color, intensity, and convolution-based cleanup.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046720" y="1783080"/>
            <a:ext cx="3566160" cy="21488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84464" y="2002536"/>
            <a:ext cx="493776" cy="493776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655" y="2066727"/>
            <a:ext cx="365394" cy="3653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262432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Malek AlKashat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4464" y="295351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61513  ·  Indexing &amp; Search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84464" y="3447288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per-event embedding index and similarity search.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3566160" cy="214884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86384" y="4334256"/>
            <a:ext cx="493776" cy="49377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75" y="4398447"/>
            <a:ext cx="365394" cy="36539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" y="49560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Hazem Ahmed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86384" y="528523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70493  ·  Matching Logic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86384" y="5779008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thresholds for confidence-tiered match results.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297680" y="4114800"/>
            <a:ext cx="3566160" cy="214884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535424" y="4334256"/>
            <a:ext cx="493776" cy="49377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s/im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615" y="4398447"/>
            <a:ext cx="365394" cy="36539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35424" y="49560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Nourallah Mourad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535424" y="528523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59762  ·  Interface &amp; Clustering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35424" y="5779008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selfie UI and auto-clustering feature.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046720" y="4114800"/>
            <a:ext cx="3566160" cy="2148840"/>
          </a:xfrm>
          <a:prstGeom prst="rect">
            <a:avLst/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284464" y="4334256"/>
            <a:ext cx="493776" cy="49377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655" y="4398447"/>
            <a:ext cx="365394" cy="36539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284464" y="49560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Ahmad AlAli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284464" y="528523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64024  ·  Evaluation &amp; Report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8284464" y="5779008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evaluation metrics and writes the report.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divided across the pipeline so every member owns one stage end-to-end all six collaborate closely at integration points.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the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Viola, P. &amp; Jones, M. Rapid Object Detection using a Boosted Cascade of Simple Features (foundational face detection).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Schroff, F., Kalenichenko, D., &amp; Philbin, J. FaceNet: A Unified Embedding for Face Recognition and Clustering.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Deng, J. et al. ArcFace: Additive Angular Margin Loss for Deep Face Recognition.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K. et al. MTCNN: Joint Face Detection and Alignment using Multi-task Cascaded CNNs.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 image processing, transforms, and morphology reference used throughout CPEG 418.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J., Douze, M., &amp; Jégou, H. FAISS: a library for efficient similarity search.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8526"/>
            <a:ext cx="3840480" cy="3840480"/>
          </a:xfrm>
          <a:prstGeom prst="ellipse">
            <a:avLst/>
          </a:prstGeom>
          <a:solidFill>
            <a:srgbClr val="2622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B98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729234"/>
            <a:ext cx="507492" cy="507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4069080"/>
            <a:ext cx="11887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PhotoMatch  ·  CPEG 418  ·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1770</Words>
  <Application>Microsoft Office PowerPoint</Application>
  <PresentationFormat>Widescreen</PresentationFormat>
  <Paragraphs>257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S Mezher</cp:lastModifiedBy>
  <cp:revision>4</cp:revision>
  <dcterms:created xsi:type="dcterms:W3CDTF">2026-07-11T11:30:51Z</dcterms:created>
  <dcterms:modified xsi:type="dcterms:W3CDTF">2026-07-12T13:58:24Z</dcterms:modified>
</cp:coreProperties>
</file>